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974026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002C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Einführung in die GTIN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2797522"/>
            <a:ext cx="6952804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Trade Item Number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weltweit eindeutige Identifikationsschlüssel für Handelsartikel</a:t>
            </a:r>
            <a:endParaRPr lang="en-US" sz="2175" dirty="0"/>
          </a:p>
        </p:txBody>
      </p:sp>
      <p:sp>
        <p:nvSpPr>
          <p:cNvPr id="4" name="Text 2"/>
          <p:cNvSpPr/>
          <p:nvPr/>
        </p:nvSpPr>
        <p:spPr>
          <a:xfrm>
            <a:off x="747713" y="4192935"/>
            <a:ext cx="730044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i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GS1 Germany – Schulungsmodul 1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813977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ist eine GTIN?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2498675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lobal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rade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umber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Identifiziert jedes Handelsartikel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weltweit eindeutig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Vergeben von GS1-Mitgliedsorganisationen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Anwendung: Handel, Logistik, Gesundheitswesen, E-Commerce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747713" y="4584650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" name="Text 3"/>
          <p:cNvSpPr/>
          <p:nvPr/>
        </p:nvSpPr>
        <p:spPr>
          <a:xfrm>
            <a:off x="814388" y="4584650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Eine GTIN ist </a:t>
            </a:r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 Preis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sondern eine </a:t>
            </a:r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Identität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655921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Aufbau einer GTIN-13</a:t>
            </a:r>
            <a:endParaRPr lang="en-US" sz="2828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713" y="2409676"/>
          <a:ext cx="5187851" cy="914400"/>
        </p:xfrm>
        <a:graphic>
          <a:graphicData uri="http://schemas.openxmlformats.org/drawingml/2006/table">
            <a:tbl>
              <a:tblPr/>
              <a:tblGrid>
                <a:gridCol w="2870359"/>
                <a:gridCol w="1150144"/>
                <a:gridCol w="1420177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75" b="1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Bestandteil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75" b="1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Stellen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75" b="1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Beispiel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GS1 Company Prefix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6–12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49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4012345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Artikelreferenz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0–6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49" dirty="0">
                          <a:solidFill>
                            <a:srgbClr val="1F2328"/>
                          </a:solidFill>
                          <a:highlight>
                            <a:srgbClr val="E8EBEE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77777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Prüfziffer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49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47713" y="4669036"/>
            <a:ext cx="11231404" cy="41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Ergebnis: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849" dirty="0">
                <a:solidFill>
                  <a:srgbClr val="1F2328"/>
                </a:solidFill>
                <a:highlight>
                  <a:srgbClr val="F0F1F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402345777775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097345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 begegnet uns die GTIN?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2782044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🛒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Supermarktkasse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EAN-13-Barcode auf jedem Produkt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Logistik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GTIN-14 auf Versandkartons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Produktidentifikation bei Amazon, Google Shopping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Gesundheitswesen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Eindeutige Identifikation von Medizinprodukten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255699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GTIN vs. Barcode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2940397"/>
            <a:ext cx="1069657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GTIN ist der </a:t>
            </a:r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Identifikationsschlüssel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nicht der </a:t>
            </a:r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Datenträger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pPr algn="l" indent="0" marL="0">
              <a:lnSpc>
                <a:spcPct val="130000"/>
              </a:lnSpc>
              <a:buNone/>
            </a:pPr>
            <a:endParaRPr lang="en-US" sz="21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 sehen Sie die GTIN, kodiert in einem EAN-13-Barcode: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048405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GTIN in QR Codes Powered by GS1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1733104"/>
            <a:ext cx="106965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 2028 kann die GTIN in eine Webadresse eingebettet werden – so erhalten Ihre Kunden direkten Zugang zu produktbezogenen Informationen.</a:t>
            </a:r>
            <a:endParaRPr lang="en-US" sz="2175" dirty="0"/>
          </a:p>
        </p:txBody>
      </p:sp>
      <p:sp>
        <p:nvSpPr>
          <p:cNvPr id="4" name="Text 2"/>
          <p:cNvSpPr/>
          <p:nvPr/>
        </p:nvSpPr>
        <p:spPr>
          <a:xfrm>
            <a:off x="747713" y="2714179"/>
            <a:ext cx="106965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 Beispiel derselben GTIN wie zuvor: Diese erscheint nun in einem sogenannten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i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GS1 Digital Link URI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und wird in einem QR-Code kodiert: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747713" y="4261991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Kodierter Inhalt: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747713" y="4897785"/>
            <a:ext cx="10696575" cy="866775"/>
          </a:xfrm>
          <a:prstGeom prst="rect">
            <a:avLst/>
          </a:prstGeom>
          <a:solidFill>
            <a:srgbClr val="F6F8FA"/>
          </a:solidFill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83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https://id.gs1.de/01/04012345999969</a:t>
            </a:r>
            <a:pPr indent="0" marL="0">
              <a:buNone/>
            </a:pPr>
            <a:endParaRPr lang="en-US" sz="1283" dirty="0"/>
          </a:p>
          <a:p>
            <a:pPr indent="0" marL="0">
              <a:buNone/>
            </a:pPr>
            <a:endParaRPr lang="en-US" sz="128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200930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Zusammenfassung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2885629"/>
            <a:ext cx="10696575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GTIN = weltweit eindeutiger Artikelschlüssel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Vergabe über GS1 Company Prefix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Einsatz in </a:t>
            </a:r>
            <a:pPr algn="l" indent="0" marL="0">
              <a:lnSpc>
                <a:spcPct val="125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allen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Branchen und Kanälen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Grundlage für Barcode, QR-Code und GS1 Digital Link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539067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Nächstes Modul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3223766"/>
            <a:ext cx="1069657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 2: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Der GS1 Digital Link – vom Barcode zur URL</a:t>
            </a:r>
            <a:pPr algn="l" indent="0" marL="0">
              <a:lnSpc>
                <a:spcPct val="130000"/>
              </a:lnSpc>
              <a:buNone/>
            </a:pPr>
            <a:endParaRPr lang="en-US" sz="21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75" i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Fragen? → streaming@example.example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2026-06-17T07:33:07Z</dcterms:created>
  <dcterms:modified xsi:type="dcterms:W3CDTF">2026-06-17T07:33:07Z</dcterms:modified>
</cp:coreProperties>
</file>